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88" r:id="rId3"/>
    <p:sldId id="289" r:id="rId4"/>
    <p:sldId id="267" r:id="rId5"/>
    <p:sldId id="268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302" r:id="rId15"/>
    <p:sldId id="300" r:id="rId16"/>
    <p:sldId id="303" r:id="rId17"/>
    <p:sldId id="308" r:id="rId18"/>
    <p:sldId id="304" r:id="rId19"/>
    <p:sldId id="307" r:id="rId20"/>
    <p:sldId id="305" r:id="rId21"/>
    <p:sldId id="306" r:id="rId22"/>
    <p:sldId id="301" r:id="rId23"/>
    <p:sldId id="299" r:id="rId2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27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978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9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58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181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45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07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491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0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356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1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53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9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660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746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372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2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9199AB-3286-4BEF-8864-68976EA0ED19}" type="datetimeFigureOut">
              <a:rPr lang="es-AR" smtClean="0"/>
              <a:t>21/10/2020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20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7" y="259645"/>
            <a:ext cx="11672710" cy="641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79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22" y="248356"/>
            <a:ext cx="11582400" cy="641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4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48356"/>
            <a:ext cx="11616267" cy="633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2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78" y="316089"/>
            <a:ext cx="11638844" cy="631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2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77" y="270933"/>
            <a:ext cx="11525955" cy="633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5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25778"/>
            <a:ext cx="11785600" cy="645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2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11" y="191911"/>
            <a:ext cx="11842045" cy="65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05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1" y="146755"/>
            <a:ext cx="11898488" cy="659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0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237067"/>
            <a:ext cx="11661422" cy="644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84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12" y="214489"/>
            <a:ext cx="11740444" cy="647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3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4" y="225779"/>
            <a:ext cx="11684000" cy="644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30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440267"/>
            <a:ext cx="11006666" cy="584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75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56" y="316089"/>
            <a:ext cx="11537243" cy="625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00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ipos de fototransist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89" y="496711"/>
            <a:ext cx="11232444" cy="583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509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282222"/>
            <a:ext cx="11672711" cy="637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17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os LDRs y Fototransistores (ART271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823" y="609601"/>
            <a:ext cx="9403644" cy="573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179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totransistor con Filtro de Luz - Geekbot Electron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667" y="519289"/>
            <a:ext cx="9843911" cy="590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243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ototransistor – TallerElectronica.com /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044" y="327378"/>
            <a:ext cx="9539112" cy="6152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388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68" y="316089"/>
            <a:ext cx="11469510" cy="625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57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BPV11F | Fototransistor Vishay Infrarrojo, Montaje en orificio pasante 5 mm  (T-1 3/4) | RS Compone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82134"/>
            <a:ext cx="10058399" cy="5113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265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ototransistor – TallerElectronica.com /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96711"/>
            <a:ext cx="8703733" cy="607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201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56" y="474133"/>
            <a:ext cx="11480800" cy="614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75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44" y="327378"/>
            <a:ext cx="11503378" cy="620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78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251</TotalTime>
  <Words>0</Words>
  <Application>Microsoft Office PowerPoint</Application>
  <PresentationFormat>Panorámica</PresentationFormat>
  <Paragraphs>0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TEMÁTICA N° 6: OTOELECTRÓNICA</dc:title>
  <dc:creator>Carlos</dc:creator>
  <cp:lastModifiedBy>Carlos</cp:lastModifiedBy>
  <cp:revision>63</cp:revision>
  <dcterms:created xsi:type="dcterms:W3CDTF">2020-08-24T22:11:36Z</dcterms:created>
  <dcterms:modified xsi:type="dcterms:W3CDTF">2020-10-21T12:52:30Z</dcterms:modified>
</cp:coreProperties>
</file>