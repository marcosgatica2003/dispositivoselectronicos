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91" r:id="rId4"/>
    <p:sldId id="285" r:id="rId5"/>
    <p:sldId id="292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" y="383821"/>
            <a:ext cx="11525955" cy="623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7" y="253231"/>
            <a:ext cx="11571111" cy="63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" y="237067"/>
            <a:ext cx="11571111" cy="642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6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90" y="203200"/>
            <a:ext cx="11424354" cy="633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5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8" y="259644"/>
            <a:ext cx="11627554" cy="638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091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141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52</cp:revision>
  <dcterms:created xsi:type="dcterms:W3CDTF">2020-08-24T22:11:36Z</dcterms:created>
  <dcterms:modified xsi:type="dcterms:W3CDTF">2020-08-25T12:49:32Z</dcterms:modified>
</cp:coreProperties>
</file>