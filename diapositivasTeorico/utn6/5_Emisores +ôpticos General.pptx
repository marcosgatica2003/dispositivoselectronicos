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86" r:id="rId2"/>
    <p:sldId id="287" r:id="rId3"/>
    <p:sldId id="293" r:id="rId4"/>
    <p:sldId id="294" r:id="rId5"/>
    <p:sldId id="295" r:id="rId6"/>
    <p:sldId id="296" r:id="rId7"/>
    <p:sldId id="269" r:id="rId8"/>
    <p:sldId id="270" r:id="rId9"/>
    <p:sldId id="271" r:id="rId10"/>
    <p:sldId id="272" r:id="rId11"/>
    <p:sldId id="273" r:id="rId12"/>
    <p:sldId id="274" r:id="rId13"/>
    <p:sldId id="298" r:id="rId14"/>
    <p:sldId id="299" r:id="rId15"/>
    <p:sldId id="300" r:id="rId16"/>
    <p:sldId id="301" r:id="rId17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5" autoAdjust="0"/>
    <p:restoredTop sz="94660"/>
  </p:normalViewPr>
  <p:slideViewPr>
    <p:cSldViewPr snapToGrid="0">
      <p:cViewPr varScale="1">
        <p:scale>
          <a:sx n="85" d="100"/>
          <a:sy n="85" d="100"/>
        </p:scale>
        <p:origin x="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25/8/2020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332728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25/8/2020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29781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25/8/2020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589057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25/8/2020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9925886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25/8/2020</a:t>
            </a:fld>
            <a:endParaRPr lang="es-A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31819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25/8/2020</a:t>
            </a:fld>
            <a:endParaRPr lang="es-AR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14507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25/8/2020</a:t>
            </a:fld>
            <a:endParaRPr lang="es-AR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070757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25/8/2020</a:t>
            </a:fld>
            <a:endParaRPr lang="es-AR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249111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25/8/2020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350837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25/8/2020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4035675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25/8/2020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1751804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s-ES" smtClean="0"/>
              <a:t>Haga clic para modificar el estilo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25/8/2020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315306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25/8/2020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998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25/8/2020</a:t>
            </a:fld>
            <a:endParaRPr lang="es-A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766098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25/8/2020</a:t>
            </a:fld>
            <a:endParaRPr lang="es-A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437467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25/8/2020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737228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25/8/2020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30205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139199AB-3286-4BEF-8864-68976EA0ED19}" type="datetimeFigureOut">
              <a:rPr lang="es-AR" smtClean="0"/>
              <a:t>25/8/2020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82022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237067"/>
            <a:ext cx="11616267" cy="6333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66174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112" y="270933"/>
            <a:ext cx="11514666" cy="6355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588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644" y="203200"/>
            <a:ext cx="11593689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873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222" y="282221"/>
            <a:ext cx="11582400" cy="6355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333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214489"/>
            <a:ext cx="11616267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0142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089" y="214489"/>
            <a:ext cx="11604977" cy="6412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6308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956" y="248357"/>
            <a:ext cx="11593688" cy="6333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4952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643" y="214490"/>
            <a:ext cx="11717867" cy="6445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30403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956" y="293511"/>
            <a:ext cx="11492088" cy="6321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53121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066" y="237066"/>
            <a:ext cx="11695289" cy="6445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3649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511" y="259644"/>
            <a:ext cx="11650133" cy="6389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3601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533" y="282222"/>
            <a:ext cx="11559823" cy="6412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5301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644" y="203200"/>
            <a:ext cx="11729156" cy="6457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8972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6578" y="711201"/>
            <a:ext cx="9042400" cy="55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0265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067" y="225778"/>
            <a:ext cx="11785599" cy="6389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6839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910" y="270934"/>
            <a:ext cx="11774311" cy="6412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848702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135</TotalTime>
  <Words>0</Words>
  <Application>Microsoft Office PowerPoint</Application>
  <PresentationFormat>Panorámica</PresentationFormat>
  <Paragraphs>0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Arial</vt:lpstr>
      <vt:lpstr>Century Gothic</vt:lpstr>
      <vt:lpstr>Wingdings 3</vt:lpstr>
      <vt:lpstr>Ion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UNIDAD TEMÁTICA N° 6: OTOELECTRÓNICA</dc:title>
  <dc:creator>Carlos</dc:creator>
  <cp:lastModifiedBy>Carlos</cp:lastModifiedBy>
  <cp:revision>50</cp:revision>
  <dcterms:created xsi:type="dcterms:W3CDTF">2020-08-24T22:11:36Z</dcterms:created>
  <dcterms:modified xsi:type="dcterms:W3CDTF">2020-08-25T12:53:17Z</dcterms:modified>
</cp:coreProperties>
</file>