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70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272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9781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890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92588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3181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1450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0707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24911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083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3567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1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1530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98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766098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43746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737228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020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9199AB-3286-4BEF-8864-68976EA0ED19}" type="datetimeFigureOut">
              <a:rPr lang="es-AR" smtClean="0"/>
              <a:t>1/9/2020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6AB5F-3926-4318-A54A-33467048076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8202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2288" y="225779"/>
            <a:ext cx="11681356" cy="6632222"/>
          </a:xfrm>
        </p:spPr>
        <p:txBody>
          <a:bodyPr/>
          <a:lstStyle/>
          <a:p>
            <a:pPr algn="ctr"/>
            <a:r>
              <a:rPr lang="es-AR" dirty="0" smtClean="0"/>
              <a:t/>
            </a:r>
            <a:br>
              <a:rPr lang="es-AR" dirty="0" smtClean="0"/>
            </a:br>
            <a:r>
              <a:rPr lang="es-AR" dirty="0"/>
              <a:t/>
            </a:r>
            <a:br>
              <a:rPr lang="es-AR" dirty="0"/>
            </a:br>
            <a:r>
              <a:rPr lang="es-AR" dirty="0" smtClean="0"/>
              <a:t/>
            </a:r>
            <a:br>
              <a:rPr lang="es-AR" dirty="0" smtClean="0"/>
            </a:br>
            <a:r>
              <a:rPr lang="es-AR" sz="7200" dirty="0" smtClean="0"/>
              <a:t>CRISTALES LÍQUIDOS </a:t>
            </a:r>
            <a:br>
              <a:rPr lang="es-AR" sz="7200" dirty="0" smtClean="0"/>
            </a:br>
            <a:r>
              <a:rPr lang="es-AR" sz="7200" dirty="0" smtClean="0"/>
              <a:t>(LCD)</a:t>
            </a:r>
            <a:endParaRPr lang="es-AR" sz="7200" dirty="0"/>
          </a:p>
        </p:txBody>
      </p:sp>
    </p:spTree>
    <p:extLst>
      <p:ext uri="{BB962C8B-B14F-4D97-AF65-F5344CB8AC3E}">
        <p14:creationId xmlns:p14="http://schemas.microsoft.com/office/powerpoint/2010/main" val="3427230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45" y="304800"/>
            <a:ext cx="11638844" cy="632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437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6" y="316089"/>
            <a:ext cx="11661422" cy="628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7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93512"/>
            <a:ext cx="11672710" cy="636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96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5" y="270933"/>
            <a:ext cx="11751733" cy="638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7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59645"/>
            <a:ext cx="11672710" cy="641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58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259644"/>
            <a:ext cx="11785600" cy="642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92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7" y="259644"/>
            <a:ext cx="11706576" cy="641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1623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266</TotalTime>
  <Words>0</Words>
  <Application>Microsoft Office PowerPoint</Application>
  <PresentationFormat>Panorámica</PresentationFormat>
  <Paragraphs>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   CRISTALES LÍQUIDOS  (LCD)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TEMÁTICA N° 6: OTOELECTRÓNICA</dc:title>
  <dc:creator>Carlos</dc:creator>
  <cp:lastModifiedBy>Carlos</cp:lastModifiedBy>
  <cp:revision>92</cp:revision>
  <dcterms:created xsi:type="dcterms:W3CDTF">2020-08-24T22:11:36Z</dcterms:created>
  <dcterms:modified xsi:type="dcterms:W3CDTF">2020-09-01T13:17:34Z</dcterms:modified>
</cp:coreProperties>
</file>