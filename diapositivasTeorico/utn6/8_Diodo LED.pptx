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5" r:id="rId2"/>
    <p:sldId id="301" r:id="rId3"/>
    <p:sldId id="276" r:id="rId4"/>
    <p:sldId id="297" r:id="rId5"/>
    <p:sldId id="277" r:id="rId6"/>
    <p:sldId id="298" r:id="rId7"/>
    <p:sldId id="299" r:id="rId8"/>
    <p:sldId id="300" r:id="rId9"/>
    <p:sldId id="278" r:id="rId10"/>
    <p:sldId id="279" r:id="rId11"/>
    <p:sldId id="302" r:id="rId12"/>
    <p:sldId id="303" r:id="rId13"/>
    <p:sldId id="304" r:id="rId1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3327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29781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8905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92588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3181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450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7075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24911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083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03567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5180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1530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9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76609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43746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73722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0205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202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289" y="304800"/>
            <a:ext cx="9155289" cy="626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2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89" y="440267"/>
            <a:ext cx="11277599" cy="603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13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89" y="282222"/>
            <a:ext cx="11480800" cy="632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858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3" y="338667"/>
            <a:ext cx="11627555" cy="624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147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11" y="259644"/>
            <a:ext cx="1159368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7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90" y="248355"/>
            <a:ext cx="11627554" cy="636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67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44" y="259644"/>
            <a:ext cx="11661423" cy="634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435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56" y="214489"/>
            <a:ext cx="11514666" cy="645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56" y="282222"/>
            <a:ext cx="11638844" cy="637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36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56" y="259644"/>
            <a:ext cx="11650133" cy="632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212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89" y="327378"/>
            <a:ext cx="11379199" cy="619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30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3" y="304800"/>
            <a:ext cx="11684000" cy="633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776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3" y="304800"/>
            <a:ext cx="11638845" cy="636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963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130</TotalTime>
  <Words>0</Words>
  <Application>Microsoft Office PowerPoint</Application>
  <PresentationFormat>Panorámica</PresentationFormat>
  <Paragraphs>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TEMÁTICA N° 6: OTOELECTRÓNICA</dc:title>
  <dc:creator>Carlos</dc:creator>
  <cp:lastModifiedBy>Carlos</cp:lastModifiedBy>
  <cp:revision>53</cp:revision>
  <dcterms:created xsi:type="dcterms:W3CDTF">2020-08-24T22:11:36Z</dcterms:created>
  <dcterms:modified xsi:type="dcterms:W3CDTF">2020-08-25T14:56:40Z</dcterms:modified>
</cp:coreProperties>
</file>