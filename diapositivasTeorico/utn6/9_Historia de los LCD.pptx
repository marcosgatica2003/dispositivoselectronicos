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2" r:id="rId2"/>
    <p:sldId id="266" r:id="rId3"/>
    <p:sldId id="267" r:id="rId4"/>
    <p:sldId id="268" r:id="rId5"/>
    <p:sldId id="269" r:id="rId6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5" autoAdjust="0"/>
    <p:restoredTop sz="94660"/>
  </p:normalViewPr>
  <p:slideViewPr>
    <p:cSldViewPr snapToGrid="0">
      <p:cViewPr varScale="1">
        <p:scale>
          <a:sx n="85" d="100"/>
          <a:sy n="85" d="100"/>
        </p:scale>
        <p:origin x="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1/9/2020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332728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1/9/2020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29781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1/9/2020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589057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1/9/2020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9925886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1/9/2020</a:t>
            </a:fld>
            <a:endParaRPr lang="es-A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31819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1/9/2020</a:t>
            </a:fld>
            <a:endParaRPr lang="es-AR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14507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1/9/2020</a:t>
            </a:fld>
            <a:endParaRPr lang="es-AR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070757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1/9/2020</a:t>
            </a:fld>
            <a:endParaRPr lang="es-AR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249111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1/9/2020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350837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1/9/2020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4035675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1/9/2020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751804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s-ES" smtClean="0"/>
              <a:t>Haga clic para modificar el estilo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1/9/2020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315306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1/9/2020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998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1/9/2020</a:t>
            </a:fld>
            <a:endParaRPr lang="es-A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766098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1/9/2020</a:t>
            </a:fld>
            <a:endParaRPr lang="es-A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437467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1/9/2020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737228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1/9/2020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30205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139199AB-3286-4BEF-8864-68976EA0ED19}" type="datetimeFigureOut">
              <a:rPr lang="es-AR" smtClean="0"/>
              <a:t>1/9/2020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82022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62288" y="225779"/>
            <a:ext cx="11681356" cy="6632222"/>
          </a:xfrm>
        </p:spPr>
        <p:txBody>
          <a:bodyPr/>
          <a:lstStyle/>
          <a:p>
            <a:pPr algn="ctr"/>
            <a:r>
              <a:rPr lang="es-AR" dirty="0" smtClean="0"/>
              <a:t/>
            </a:r>
            <a:br>
              <a:rPr lang="es-AR" dirty="0" smtClean="0"/>
            </a:br>
            <a:r>
              <a:rPr lang="es-AR" dirty="0"/>
              <a:t/>
            </a:r>
            <a:br>
              <a:rPr lang="es-AR" dirty="0"/>
            </a:br>
            <a:r>
              <a:rPr lang="es-AR" dirty="0" smtClean="0"/>
              <a:t/>
            </a:r>
            <a:br>
              <a:rPr lang="es-AR" dirty="0" smtClean="0"/>
            </a:br>
            <a:r>
              <a:rPr lang="es-AR" sz="7200" dirty="0" smtClean="0"/>
              <a:t>CRISTALES LÍQUIDOS </a:t>
            </a:r>
            <a:br>
              <a:rPr lang="es-AR" sz="7200" dirty="0" smtClean="0"/>
            </a:br>
            <a:r>
              <a:rPr lang="es-AR" sz="7200" dirty="0" smtClean="0"/>
              <a:t>(LCD)</a:t>
            </a:r>
            <a:endParaRPr lang="es-AR" sz="7200" dirty="0"/>
          </a:p>
        </p:txBody>
      </p:sp>
    </p:spTree>
    <p:extLst>
      <p:ext uri="{BB962C8B-B14F-4D97-AF65-F5344CB8AC3E}">
        <p14:creationId xmlns:p14="http://schemas.microsoft.com/office/powerpoint/2010/main" val="34272304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199" y="270933"/>
            <a:ext cx="11751733" cy="6400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84495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644" y="304800"/>
            <a:ext cx="11729156" cy="6344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1167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067" y="270933"/>
            <a:ext cx="11717865" cy="6412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7014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200" y="327378"/>
            <a:ext cx="11740444" cy="6287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65625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267</TotalTime>
  <Words>0</Words>
  <Application>Microsoft Office PowerPoint</Application>
  <PresentationFormat>Panorámica</PresentationFormat>
  <Paragraphs>1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9" baseType="lpstr">
      <vt:lpstr>Arial</vt:lpstr>
      <vt:lpstr>Century Gothic</vt:lpstr>
      <vt:lpstr>Wingdings 3</vt:lpstr>
      <vt:lpstr>Ion</vt:lpstr>
      <vt:lpstr>   CRISTALES LÍQUIDOS  (LCD)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UNIDAD TEMÁTICA N° 6: OTOELECTRÓNICA</dc:title>
  <dc:creator>Carlos</dc:creator>
  <cp:lastModifiedBy>Carlos</cp:lastModifiedBy>
  <cp:revision>92</cp:revision>
  <dcterms:created xsi:type="dcterms:W3CDTF">2020-08-24T22:11:36Z</dcterms:created>
  <dcterms:modified xsi:type="dcterms:W3CDTF">2020-09-01T13:13:30Z</dcterms:modified>
</cp:coreProperties>
</file>