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6" r:id="rId3"/>
    <p:sldId id="277" r:id="rId4"/>
    <p:sldId id="278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" y="259645"/>
            <a:ext cx="11469511" cy="62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327378"/>
            <a:ext cx="11604978" cy="62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8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2" y="327378"/>
            <a:ext cx="11593689" cy="635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15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" y="248356"/>
            <a:ext cx="11604978" cy="633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61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132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55</cp:revision>
  <dcterms:created xsi:type="dcterms:W3CDTF">2020-08-24T22:11:36Z</dcterms:created>
  <dcterms:modified xsi:type="dcterms:W3CDTF">2020-08-25T14:38:23Z</dcterms:modified>
</cp:coreProperties>
</file>