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2288" y="225779"/>
            <a:ext cx="11681356" cy="6632222"/>
          </a:xfrm>
        </p:spPr>
        <p:txBody>
          <a:bodyPr/>
          <a:lstStyle/>
          <a:p>
            <a:pPr algn="ctr"/>
            <a:r>
              <a:rPr lang="es-AR" dirty="0" smtClean="0"/>
              <a:t/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sz="7200" dirty="0" smtClean="0"/>
              <a:t>CRISTALES LÍQUIDOS </a:t>
            </a:r>
            <a:br>
              <a:rPr lang="es-AR" sz="7200" dirty="0" smtClean="0"/>
            </a:br>
            <a:r>
              <a:rPr lang="es-AR" sz="7200" dirty="0" smtClean="0"/>
              <a:t>(LCD)</a:t>
            </a:r>
            <a:endParaRPr lang="es-AR" sz="7200" dirty="0"/>
          </a:p>
        </p:txBody>
      </p:sp>
    </p:spTree>
    <p:extLst>
      <p:ext uri="{BB962C8B-B14F-4D97-AF65-F5344CB8AC3E}">
        <p14:creationId xmlns:p14="http://schemas.microsoft.com/office/powerpoint/2010/main" val="3427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169333"/>
            <a:ext cx="11706577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5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203200"/>
            <a:ext cx="11729154" cy="64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5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90" y="214490"/>
            <a:ext cx="1165013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6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248356"/>
            <a:ext cx="11751733" cy="642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2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6" y="270933"/>
            <a:ext cx="11683999" cy="636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31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9" y="248356"/>
            <a:ext cx="11695289" cy="642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3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14488"/>
            <a:ext cx="11808178" cy="651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7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22" y="237068"/>
            <a:ext cx="11796889" cy="64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6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316089"/>
            <a:ext cx="11785600" cy="634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9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248355"/>
            <a:ext cx="11672711" cy="638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0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9" y="248355"/>
            <a:ext cx="11774311" cy="642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42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" y="282222"/>
            <a:ext cx="11774311" cy="635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61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22" y="237067"/>
            <a:ext cx="11853334" cy="64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79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9" y="214490"/>
            <a:ext cx="11785600" cy="64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7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22" y="180622"/>
            <a:ext cx="11763022" cy="64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5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4488"/>
            <a:ext cx="11661421" cy="64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41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8" y="259644"/>
            <a:ext cx="11763022" cy="644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48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8" y="237067"/>
            <a:ext cx="11751733" cy="643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49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267</TotalTime>
  <Words>0</Words>
  <Application>Microsoft Office PowerPoint</Application>
  <PresentationFormat>Panorámica</PresentationFormat>
  <Paragraphs>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   CRISTALES LÍQUIDOS  (LCD)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92</cp:revision>
  <dcterms:created xsi:type="dcterms:W3CDTF">2020-08-24T22:11:36Z</dcterms:created>
  <dcterms:modified xsi:type="dcterms:W3CDTF">2020-09-01T13:19:54Z</dcterms:modified>
</cp:coreProperties>
</file>